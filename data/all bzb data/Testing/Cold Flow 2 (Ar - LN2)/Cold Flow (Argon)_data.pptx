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6" r:id="rId1"/>
  </p:sldMasterIdLst>
  <p:sldIdLst>
    <p:sldId id="256" r:id="rId2"/>
    <p:sldId id="257" r:id="rId3"/>
    <p:sldId id="258" r:id="rId4"/>
    <p:sldId id="260" r:id="rId5"/>
    <p:sldId id="259" r:id="rId6"/>
    <p:sldId id="261" r:id="rId7"/>
  </p:sldIdLst>
  <p:sldSz cx="12192000" cy="6858000"/>
  <p:notesSz cx="6858000" cy="9144000"/>
  <p:embeddedFontLst>
    <p:embeddedFont>
      <p:font typeface="Calibri" panose="020F0502020204030204" pitchFamily="34" charset="0"/>
      <p:regular r:id="rId8"/>
      <p:bold r:id="rId9"/>
      <p:italic r:id="rId10"/>
      <p:boldItalic r:id="rId11"/>
    </p:embeddedFont>
    <p:embeddedFont>
      <p:font typeface="Nunito Sans" pitchFamily="2" charset="0"/>
      <p:regular r:id="rId12"/>
      <p:bold r:id="rId13"/>
      <p:italic r:id="rId14"/>
      <p:boldItalic r:id="rId15"/>
    </p:embeddedFont>
    <p:embeddedFont>
      <p:font typeface="Nunito Sans Light" pitchFamily="2" charset="0"/>
      <p:regular r:id="rId16"/>
      <p:bold r:id="rId17"/>
      <p:italic r:id="rId18"/>
      <p:boldItalic r:id="rId19"/>
    </p:embeddedFont>
    <p:embeddedFont>
      <p:font typeface="Saira Extra Condensed" panose="020B0604020202020204" charset="0"/>
      <p:bold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6" autoAdjust="0"/>
    <p:restoredTop sz="94660"/>
  </p:normalViewPr>
  <p:slideViewPr>
    <p:cSldViewPr snapToGrid="0" showGuides="1">
      <p:cViewPr varScale="1">
        <p:scale>
          <a:sx n="84" d="100"/>
          <a:sy n="84" d="100"/>
        </p:scale>
        <p:origin x="490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font" Target="fonts/font5.fntdata"/><Relationship Id="rId17" Type="http://schemas.openxmlformats.org/officeDocument/2006/relationships/font" Target="fonts/font10.fntdata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font" Target="fonts/font9.fntdata"/><Relationship Id="rId20" Type="http://schemas.openxmlformats.org/officeDocument/2006/relationships/font" Target="fonts/font1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23" Type="http://schemas.openxmlformats.org/officeDocument/2006/relationships/theme" Target="theme/theme1.xml"/><Relationship Id="rId10" Type="http://schemas.openxmlformats.org/officeDocument/2006/relationships/font" Target="fonts/font3.fntdata"/><Relationship Id="rId19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 Grossfeld" userId="5ff8f84cdc513e84" providerId="LiveId" clId="{BDAA96FA-300F-4D8B-B6E0-1FCED90B1773}"/>
    <pc:docChg chg="undo custSel modSld modMainMaster">
      <pc:chgData name="B Grossfeld" userId="5ff8f84cdc513e84" providerId="LiveId" clId="{BDAA96FA-300F-4D8B-B6E0-1FCED90B1773}" dt="2021-11-04T17:13:10.188" v="42" actId="20577"/>
      <pc:docMkLst>
        <pc:docMk/>
      </pc:docMkLst>
      <pc:sldChg chg="modSp mod">
        <pc:chgData name="B Grossfeld" userId="5ff8f84cdc513e84" providerId="LiveId" clId="{BDAA96FA-300F-4D8B-B6E0-1FCED90B1773}" dt="2021-11-04T17:13:10.188" v="42" actId="20577"/>
        <pc:sldMkLst>
          <pc:docMk/>
          <pc:sldMk cId="3785958583" sldId="256"/>
        </pc:sldMkLst>
        <pc:spChg chg="mod">
          <ac:chgData name="B Grossfeld" userId="5ff8f84cdc513e84" providerId="LiveId" clId="{BDAA96FA-300F-4D8B-B6E0-1FCED90B1773}" dt="2021-11-04T17:13:10.188" v="42" actId="20577"/>
          <ac:spMkLst>
            <pc:docMk/>
            <pc:sldMk cId="3785958583" sldId="256"/>
            <ac:spMk id="3" creationId="{D97D15BF-96D1-4A05-A958-C18112FA1EE0}"/>
          </ac:spMkLst>
        </pc:spChg>
      </pc:sldChg>
      <pc:sldMasterChg chg="modSldLayout">
        <pc:chgData name="B Grossfeld" userId="5ff8f84cdc513e84" providerId="LiveId" clId="{BDAA96FA-300F-4D8B-B6E0-1FCED90B1773}" dt="2021-11-04T17:12:42.850" v="21" actId="20577"/>
        <pc:sldMasterMkLst>
          <pc:docMk/>
          <pc:sldMasterMk cId="0" sldId="2147483666"/>
        </pc:sldMasterMkLst>
        <pc:sldLayoutChg chg="addSp delSp modSp mod">
          <pc:chgData name="B Grossfeld" userId="5ff8f84cdc513e84" providerId="LiveId" clId="{BDAA96FA-300F-4D8B-B6E0-1FCED90B1773}" dt="2021-11-04T17:12:42.850" v="21" actId="20577"/>
          <pc:sldLayoutMkLst>
            <pc:docMk/>
            <pc:sldMasterMk cId="0" sldId="2147483666"/>
            <pc:sldLayoutMk cId="0" sldId="2147483648"/>
          </pc:sldLayoutMkLst>
          <pc:spChg chg="add del mod">
            <ac:chgData name="B Grossfeld" userId="5ff8f84cdc513e84" providerId="LiveId" clId="{BDAA96FA-300F-4D8B-B6E0-1FCED90B1773}" dt="2021-11-04T17:12:42.850" v="21" actId="20577"/>
            <ac:spMkLst>
              <pc:docMk/>
              <pc:sldMasterMk cId="0" sldId="2147483666"/>
              <pc:sldLayoutMk cId="0" sldId="2147483648"/>
              <ac:spMk id="12" creationId="{00000000-0000-0000-0000-000000000000}"/>
            </ac:spMkLst>
          </pc:spChg>
          <pc:spChg chg="add del">
            <ac:chgData name="B Grossfeld" userId="5ff8f84cdc513e84" providerId="LiveId" clId="{BDAA96FA-300F-4D8B-B6E0-1FCED90B1773}" dt="2021-11-04T17:12:28.969" v="2" actId="478"/>
            <ac:spMkLst>
              <pc:docMk/>
              <pc:sldMasterMk cId="0" sldId="2147483666"/>
              <pc:sldLayoutMk cId="0" sldId="2147483648"/>
              <ac:spMk id="13" creationId="{00000000-0000-0000-0000-000000000000}"/>
            </ac:spMkLst>
          </pc:spChg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userDrawn="1">
  <p:cSld name="Title Slid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28E0E"/>
              </a:buClr>
              <a:buSzPts val="6000"/>
              <a:buFont typeface="Arial"/>
              <a:buNone/>
              <a:defRPr sz="6000">
                <a:solidFill>
                  <a:srgbClr val="C28E0E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lvl="0" algn="ctr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D8D8D8"/>
              </a:buClr>
              <a:buSzPts val="2400"/>
              <a:buNone/>
              <a:defRPr sz="2400"/>
            </a:lvl1pPr>
            <a:lvl2pPr lvl="1" algn="ctr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rgbClr val="D8D8D8"/>
              </a:buClr>
              <a:buSzPts val="2000"/>
              <a:buNone/>
              <a:defRPr sz="2000"/>
            </a:lvl2pPr>
            <a:lvl3pPr lvl="2" algn="ctr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rgbClr val="D8D8D8"/>
              </a:buClr>
              <a:buSzPts val="1800"/>
              <a:buNone/>
              <a:defRPr sz="1800"/>
            </a:lvl3pPr>
            <a:lvl4pPr lvl="3" algn="ctr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rgbClr val="D8D8D8"/>
              </a:buClr>
              <a:buSzPts val="1600"/>
              <a:buNone/>
              <a:defRPr sz="1600"/>
            </a:lvl4pPr>
            <a:lvl5pPr lvl="4" algn="ctr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rgbClr val="D8D8D8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pic>
        <p:nvPicPr>
          <p:cNvPr id="11" name="Google Shape;11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82200" y="5583217"/>
            <a:ext cx="1904997" cy="982833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 txBox="1"/>
          <p:nvPr userDrawn="1"/>
        </p:nvSpPr>
        <p:spPr>
          <a:xfrm>
            <a:off x="368876" y="6068062"/>
            <a:ext cx="2693366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>
                <a:solidFill>
                  <a:srgbClr val="D8D8D8"/>
                </a:solidFill>
                <a:latin typeface="Saira Extra Condensed"/>
                <a:ea typeface="Saira Extra Condensed"/>
                <a:cs typeface="Saira Extra Condensed"/>
                <a:sym typeface="Saira Extra Condensed"/>
              </a:rPr>
              <a:t>Liquids</a:t>
            </a:r>
            <a:endParaRPr lang="en-US" dirty="0"/>
          </a:p>
        </p:txBody>
      </p:sp>
      <p:sp>
        <p:nvSpPr>
          <p:cNvPr id="13" name="Google Shape;13;p2"/>
          <p:cNvSpPr txBox="1">
            <a:spLocks noGrp="1"/>
          </p:cNvSpPr>
          <p:nvPr>
            <p:ph type="body" idx="2"/>
          </p:nvPr>
        </p:nvSpPr>
        <p:spPr>
          <a:xfrm>
            <a:off x="2972534" y="6071871"/>
            <a:ext cx="4047786" cy="5194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C28E0E"/>
              </a:buClr>
              <a:buSzPts val="2800"/>
              <a:buNone/>
              <a:defRPr sz="2800">
                <a:solidFill>
                  <a:srgbClr val="C28E0E"/>
                </a:solidFill>
                <a:latin typeface="Saira Extra Condensed"/>
                <a:ea typeface="Saira Extra Condensed"/>
                <a:cs typeface="Saira Extra Condensed"/>
                <a:sym typeface="Saira Extra Condensed"/>
              </a:defRPr>
            </a:lvl1pPr>
            <a:lvl2pPr marL="914400" lvl="1" indent="-3429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rgbClr val="D8D8D8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rgbClr val="D8D8D8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rgbClr val="D8D8D8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rgbClr val="D8D8D8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ission Statement">
  <p:cSld name="Mission Statement">
    <p:bg>
      <p:bgPr>
        <a:solidFill>
          <a:srgbClr val="252526"/>
        </a:solid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982201" y="5583217"/>
            <a:ext cx="1904995" cy="982832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838200" y="1481773"/>
            <a:ext cx="10515600" cy="3894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L="457200" lvl="0" indent="-2286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C28E0E"/>
              </a:buClr>
              <a:buSzPts val="6000"/>
              <a:buFont typeface="Nunito Sans Light"/>
              <a:buNone/>
              <a:defRPr sz="6000">
                <a:solidFill>
                  <a:srgbClr val="C28E0E"/>
                </a:solidFill>
                <a:latin typeface="Nunito Sans Light"/>
                <a:ea typeface="Nunito Sans Light"/>
                <a:cs typeface="Nunito Sans Light"/>
                <a:sym typeface="Nunito Sans Light"/>
              </a:defRPr>
            </a:lvl1pPr>
            <a:lvl2pPr marL="914400" lvl="1" indent="-3429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rgbClr val="D8D8D8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rgbClr val="D8D8D8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rgbClr val="D8D8D8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rgbClr val="D8D8D8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mphasis">
  <p:cSld name="Emphasis">
    <p:bg>
      <p:bgPr>
        <a:solidFill>
          <a:srgbClr val="C28E0E"/>
        </a:solidFill>
        <a:effectLst/>
      </p:bgPr>
    </p:bg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2" name="Google Shape;32;p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982200" y="5583217"/>
            <a:ext cx="1904997" cy="982832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838200" y="1481773"/>
            <a:ext cx="10515600" cy="3894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L="457200" lvl="0" indent="-2286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52526"/>
              </a:buClr>
              <a:buSzPts val="6000"/>
              <a:buFont typeface="Nunito Sans Light"/>
              <a:buNone/>
              <a:defRPr sz="6000">
                <a:solidFill>
                  <a:srgbClr val="252526"/>
                </a:solidFill>
                <a:latin typeface="Nunito Sans Light"/>
                <a:ea typeface="Nunito Sans Light"/>
                <a:cs typeface="Nunito Sans Light"/>
                <a:sym typeface="Nunito Sans Light"/>
              </a:defRPr>
            </a:lvl1pPr>
            <a:lvl2pPr marL="914400" lvl="1" indent="-3429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rgbClr val="D8D8D8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rgbClr val="D8D8D8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rgbClr val="D8D8D8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rgbClr val="D8D8D8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/>
          <p:nvPr/>
        </p:nvSpPr>
        <p:spPr>
          <a:xfrm>
            <a:off x="0" y="0"/>
            <a:ext cx="12192000" cy="4589463"/>
          </a:xfrm>
          <a:prstGeom prst="rect">
            <a:avLst/>
          </a:prstGeom>
          <a:solidFill>
            <a:srgbClr val="17171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6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28E0E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2286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Google Shape;38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40" name="Google Shape;40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982200" y="5583217"/>
            <a:ext cx="1904997" cy="982833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ull-Screen Picture (Caption)">
  <p:cSld name="Full-Screen Picture (Caption)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7"/>
          <p:cNvSpPr txBox="1">
            <a:spLocks noGrp="1"/>
          </p:cNvSpPr>
          <p:nvPr>
            <p:ph type="body" idx="1"/>
          </p:nvPr>
        </p:nvSpPr>
        <p:spPr>
          <a:xfrm>
            <a:off x="131763" y="6340475"/>
            <a:ext cx="11938000" cy="344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D8D8D8"/>
              </a:buClr>
              <a:buSzPts val="1800"/>
              <a:buNone/>
              <a:defRPr sz="1800"/>
            </a:lvl1pPr>
            <a:lvl2pPr marL="914400" lvl="1" indent="-3429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rgbClr val="D8D8D8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rgbClr val="D8D8D8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rgbClr val="D8D8D8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rgbClr val="D8D8D8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am Member (3)">
  <p:cSld name="Team Member (3)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982200" y="5583217"/>
            <a:ext cx="1904997" cy="982833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8"/>
          <p:cNvSpPr/>
          <p:nvPr/>
        </p:nvSpPr>
        <p:spPr>
          <a:xfrm>
            <a:off x="0" y="-1"/>
            <a:ext cx="12192000" cy="3429001"/>
          </a:xfrm>
          <a:prstGeom prst="rect">
            <a:avLst/>
          </a:prstGeom>
          <a:solidFill>
            <a:srgbClr val="17171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28E0E"/>
              </a:buClr>
              <a:buSzPts val="44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8" name="Google Shape;48;p8"/>
          <p:cNvSpPr>
            <a:spLocks noGrp="1"/>
          </p:cNvSpPr>
          <p:nvPr>
            <p:ph type="pic" idx="2"/>
          </p:nvPr>
        </p:nvSpPr>
        <p:spPr>
          <a:xfrm>
            <a:off x="1038278" y="1690689"/>
            <a:ext cx="2105025" cy="2105738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ctr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rgbClr val="D8D8D8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rgbClr val="D8D8D8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rgbClr val="D8D8D8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rgbClr val="D8D8D8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49" name="Google Shape;49;p8"/>
          <p:cNvSpPr txBox="1">
            <a:spLocks noGrp="1"/>
          </p:cNvSpPr>
          <p:nvPr>
            <p:ph type="body" idx="1"/>
          </p:nvPr>
        </p:nvSpPr>
        <p:spPr>
          <a:xfrm>
            <a:off x="739739" y="4618039"/>
            <a:ext cx="2702100" cy="128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228600" algn="ctr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D8D8D8"/>
              </a:buClr>
              <a:buSzPts val="1800"/>
              <a:buNone/>
              <a:defRPr sz="1800"/>
            </a:lvl1pPr>
            <a:lvl2pPr marL="914400" lvl="1" indent="-3429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rgbClr val="D8D8D8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rgbClr val="D8D8D8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rgbClr val="D8D8D8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rgbClr val="D8D8D8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Google Shape;50;p8"/>
          <p:cNvSpPr txBox="1">
            <a:spLocks noGrp="1"/>
          </p:cNvSpPr>
          <p:nvPr>
            <p:ph type="body" idx="3"/>
          </p:nvPr>
        </p:nvSpPr>
        <p:spPr>
          <a:xfrm>
            <a:off x="739739" y="3911565"/>
            <a:ext cx="2702100" cy="70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228600" algn="ctr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D8D8D8"/>
              </a:buClr>
              <a:buSzPts val="1800"/>
              <a:buNone/>
              <a:defRPr sz="1800" b="1"/>
            </a:lvl1pPr>
            <a:lvl2pPr marL="914400" lvl="1" indent="-3429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rgbClr val="D8D8D8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rgbClr val="D8D8D8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rgbClr val="D8D8D8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rgbClr val="D8D8D8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1" name="Google Shape;51;p8"/>
          <p:cNvSpPr>
            <a:spLocks noGrp="1"/>
          </p:cNvSpPr>
          <p:nvPr>
            <p:ph type="pic" idx="4"/>
          </p:nvPr>
        </p:nvSpPr>
        <p:spPr>
          <a:xfrm>
            <a:off x="5043488" y="1690689"/>
            <a:ext cx="2105025" cy="2105738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ctr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rgbClr val="D8D8D8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rgbClr val="D8D8D8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rgbClr val="D8D8D8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rgbClr val="D8D8D8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body" idx="5"/>
          </p:nvPr>
        </p:nvSpPr>
        <p:spPr>
          <a:xfrm>
            <a:off x="4744948" y="4618039"/>
            <a:ext cx="2702105" cy="12807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228600" algn="ctr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D8D8D8"/>
              </a:buClr>
              <a:buSzPts val="1800"/>
              <a:buNone/>
              <a:defRPr sz="1800"/>
            </a:lvl1pPr>
            <a:lvl2pPr marL="914400" lvl="1" indent="-3429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rgbClr val="D8D8D8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rgbClr val="D8D8D8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rgbClr val="D8D8D8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rgbClr val="D8D8D8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3" name="Google Shape;53;p8"/>
          <p:cNvSpPr txBox="1">
            <a:spLocks noGrp="1"/>
          </p:cNvSpPr>
          <p:nvPr>
            <p:ph type="body" idx="6"/>
          </p:nvPr>
        </p:nvSpPr>
        <p:spPr>
          <a:xfrm>
            <a:off x="4744948" y="3911565"/>
            <a:ext cx="2702105" cy="706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228600" algn="ctr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D8D8D8"/>
              </a:buClr>
              <a:buSzPts val="1800"/>
              <a:buNone/>
              <a:defRPr sz="1800" b="1"/>
            </a:lvl1pPr>
            <a:lvl2pPr marL="914400" lvl="1" indent="-3429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rgbClr val="D8D8D8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rgbClr val="D8D8D8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rgbClr val="D8D8D8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rgbClr val="D8D8D8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4" name="Google Shape;54;p8"/>
          <p:cNvSpPr>
            <a:spLocks noGrp="1"/>
          </p:cNvSpPr>
          <p:nvPr>
            <p:ph type="pic" idx="7"/>
          </p:nvPr>
        </p:nvSpPr>
        <p:spPr>
          <a:xfrm>
            <a:off x="9048698" y="1690689"/>
            <a:ext cx="2105025" cy="2105738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ctr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rgbClr val="D8D8D8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rgbClr val="D8D8D8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rgbClr val="D8D8D8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rgbClr val="D8D8D8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body" idx="8"/>
          </p:nvPr>
        </p:nvSpPr>
        <p:spPr>
          <a:xfrm>
            <a:off x="8776137" y="4618039"/>
            <a:ext cx="2702105" cy="12807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228600" algn="ctr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D8D8D8"/>
              </a:buClr>
              <a:buSzPts val="1800"/>
              <a:buNone/>
              <a:defRPr sz="1800"/>
            </a:lvl1pPr>
            <a:lvl2pPr marL="914400" lvl="1" indent="-3429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rgbClr val="D8D8D8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rgbClr val="D8D8D8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rgbClr val="D8D8D8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rgbClr val="D8D8D8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6" name="Google Shape;56;p8"/>
          <p:cNvSpPr txBox="1">
            <a:spLocks noGrp="1"/>
          </p:cNvSpPr>
          <p:nvPr>
            <p:ph type="body" idx="9"/>
          </p:nvPr>
        </p:nvSpPr>
        <p:spPr>
          <a:xfrm>
            <a:off x="8776137" y="3911565"/>
            <a:ext cx="2702105" cy="706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228600" algn="ctr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D8D8D8"/>
              </a:buClr>
              <a:buSzPts val="1800"/>
              <a:buNone/>
              <a:defRPr sz="1800" b="1"/>
            </a:lvl1pPr>
            <a:lvl2pPr marL="914400" lvl="1" indent="-3429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rgbClr val="D8D8D8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rgbClr val="D8D8D8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rgbClr val="D8D8D8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rgbClr val="D8D8D8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clusion">
  <p:cSld name="Conclusion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Google Shape;58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82200" y="5583217"/>
            <a:ext cx="1904997" cy="982833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8200" y="5769118"/>
            <a:ext cx="2045857" cy="611029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9" descr="A close up of a logo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24456" y="3845560"/>
            <a:ext cx="246888" cy="246888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9" descr="A picture containing ax, tool&#10;&#10;Description automatically generated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364515" y="3845560"/>
            <a:ext cx="303370" cy="246888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9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854780" y="3845560"/>
            <a:ext cx="246888" cy="246888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9"/>
          <p:cNvSpPr txBox="1"/>
          <p:nvPr/>
        </p:nvSpPr>
        <p:spPr>
          <a:xfrm>
            <a:off x="2288563" y="3762345"/>
            <a:ext cx="1928733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BFBFBF"/>
                </a:solidFill>
                <a:latin typeface="Nunito Sans"/>
                <a:ea typeface="Nunito Sans"/>
                <a:cs typeface="Nunito Sans"/>
                <a:sym typeface="Nunito Sans"/>
              </a:rPr>
              <a:t>@purdue_seds</a:t>
            </a:r>
            <a:endParaRPr sz="2000">
              <a:solidFill>
                <a:srgbClr val="BFBFBF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64" name="Google Shape;64;p9"/>
          <p:cNvSpPr txBox="1"/>
          <p:nvPr/>
        </p:nvSpPr>
        <p:spPr>
          <a:xfrm>
            <a:off x="838200" y="3261360"/>
            <a:ext cx="2342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BFBFBF"/>
                </a:solidFill>
                <a:latin typeface="Nunito Sans"/>
                <a:ea typeface="Nunito Sans"/>
                <a:cs typeface="Nunito Sans"/>
                <a:sym typeface="Nunito Sans"/>
              </a:rPr>
              <a:t>purdueseds.space</a:t>
            </a:r>
            <a:endParaRPr sz="2000">
              <a:solidFill>
                <a:srgbClr val="BFBFBF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65" name="Google Shape;65;p9"/>
          <p:cNvSpPr txBox="1">
            <a:spLocks noGrp="1"/>
          </p:cNvSpPr>
          <p:nvPr>
            <p:ph type="title"/>
          </p:nvPr>
        </p:nvSpPr>
        <p:spPr>
          <a:xfrm>
            <a:off x="850650" y="2367650"/>
            <a:ext cx="5094900" cy="817500"/>
          </a:xfrm>
          <a:prstGeom prst="rect">
            <a:avLst/>
          </a:prstGeom>
        </p:spPr>
        <p:txBody>
          <a:bodyPr spcFirstLastPara="1" wrap="square" lIns="91425" tIns="45700" rIns="91425" bIns="45700" anchor="t" anchorCtr="0"/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54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54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54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54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54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54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54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5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28E0E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3429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D8D8D8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rgbClr val="D8D8D8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rgbClr val="D8D8D8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rgbClr val="D8D8D8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rgbClr val="D8D8D8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9" name="Google Shape;69;p1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3429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D8D8D8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rgbClr val="D8D8D8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rgbClr val="D8D8D8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rgbClr val="D8D8D8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rgbClr val="D8D8D8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0" name="Google Shape;70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72" name="Google Shape;72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982200" y="5583217"/>
            <a:ext cx="1904997" cy="982833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1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28E0E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L="457200" lvl="0" indent="-2286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D8D8D8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rgbClr val="D8D8D8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rgbClr val="D8D8D8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rgbClr val="D8D8D8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rgbClr val="D8D8D8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7" name="Google Shape;77;p11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3429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D8D8D8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rgbClr val="D8D8D8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rgbClr val="D8D8D8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rgbClr val="D8D8D8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rgbClr val="D8D8D8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8" name="Google Shape;78;p1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L="457200" lvl="0" indent="-2286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D8D8D8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rgbClr val="D8D8D8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rgbClr val="D8D8D8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rgbClr val="D8D8D8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rgbClr val="D8D8D8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9" name="Google Shape;79;p1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3429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D8D8D8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rgbClr val="D8D8D8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rgbClr val="D8D8D8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rgbClr val="D8D8D8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rgbClr val="D8D8D8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0" name="Google Shape;80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82" name="Google Shape;82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982200" y="5583217"/>
            <a:ext cx="1904997" cy="982833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28E0E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6" name="Google Shape;86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88" name="Google Shape;88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982200" y="5583217"/>
            <a:ext cx="1904997" cy="982833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ustom Layout">
  <p:cSld name="1_Custom Layout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982200" y="5583217"/>
            <a:ext cx="1904997" cy="982833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ull-Screen Picture">
  <p:cSld name="Full-Screen Picture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D8D8D8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rgbClr val="D8D8D8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rgbClr val="D8D8D8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rgbClr val="D8D8D8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rgbClr val="D8D8D8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/>
              <a:t>Click icon to add picture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am Member (2)">
  <p:cSld name="Team Member (2)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982200" y="5583217"/>
            <a:ext cx="1904997" cy="982833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5"/>
          <p:cNvSpPr/>
          <p:nvPr/>
        </p:nvSpPr>
        <p:spPr>
          <a:xfrm>
            <a:off x="0" y="-1"/>
            <a:ext cx="12192000" cy="3429001"/>
          </a:xfrm>
          <a:prstGeom prst="rect">
            <a:avLst/>
          </a:prstGeom>
          <a:solidFill>
            <a:srgbClr val="17171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5"/>
          <p:cNvSpPr>
            <a:spLocks noGrp="1"/>
          </p:cNvSpPr>
          <p:nvPr>
            <p:ph type="pic" idx="2"/>
          </p:nvPr>
        </p:nvSpPr>
        <p:spPr>
          <a:xfrm>
            <a:off x="2784884" y="1690689"/>
            <a:ext cx="2105025" cy="2105738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ctr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rgbClr val="D8D8D8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rgbClr val="D8D8D8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rgbClr val="D8D8D8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rgbClr val="D8D8D8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101" name="Google Shape;101;p15"/>
          <p:cNvSpPr txBox="1">
            <a:spLocks noGrp="1"/>
          </p:cNvSpPr>
          <p:nvPr>
            <p:ph type="body" idx="1"/>
          </p:nvPr>
        </p:nvSpPr>
        <p:spPr>
          <a:xfrm>
            <a:off x="2486345" y="4618039"/>
            <a:ext cx="2702105" cy="12807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228600" algn="ctr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D8D8D8"/>
              </a:buClr>
              <a:buSzPts val="1800"/>
              <a:buNone/>
              <a:defRPr sz="1800"/>
            </a:lvl1pPr>
            <a:lvl2pPr marL="914400" lvl="1" indent="-3429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rgbClr val="D8D8D8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rgbClr val="D8D8D8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rgbClr val="D8D8D8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rgbClr val="D8D8D8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2" name="Google Shape;102;p15"/>
          <p:cNvSpPr txBox="1">
            <a:spLocks noGrp="1"/>
          </p:cNvSpPr>
          <p:nvPr>
            <p:ph type="body" idx="3"/>
          </p:nvPr>
        </p:nvSpPr>
        <p:spPr>
          <a:xfrm>
            <a:off x="2486345" y="3911565"/>
            <a:ext cx="2702105" cy="706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228600" algn="ctr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D8D8D8"/>
              </a:buClr>
              <a:buSzPts val="1800"/>
              <a:buNone/>
              <a:defRPr sz="1800" b="1"/>
            </a:lvl1pPr>
            <a:lvl2pPr marL="914400" lvl="1" indent="-3429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rgbClr val="D8D8D8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rgbClr val="D8D8D8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rgbClr val="D8D8D8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rgbClr val="D8D8D8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3" name="Google Shape;103;p15"/>
          <p:cNvSpPr>
            <a:spLocks noGrp="1"/>
          </p:cNvSpPr>
          <p:nvPr>
            <p:ph type="pic" idx="4"/>
          </p:nvPr>
        </p:nvSpPr>
        <p:spPr>
          <a:xfrm>
            <a:off x="7302680" y="1690689"/>
            <a:ext cx="2105025" cy="2105738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ctr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rgbClr val="D8D8D8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rgbClr val="D8D8D8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rgbClr val="D8D8D8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rgbClr val="D8D8D8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104" name="Google Shape;104;p15"/>
          <p:cNvSpPr txBox="1">
            <a:spLocks noGrp="1"/>
          </p:cNvSpPr>
          <p:nvPr>
            <p:ph type="body" idx="5"/>
          </p:nvPr>
        </p:nvSpPr>
        <p:spPr>
          <a:xfrm>
            <a:off x="7004141" y="4618039"/>
            <a:ext cx="2702105" cy="12807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228600" algn="ctr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D8D8D8"/>
              </a:buClr>
              <a:buSzPts val="1800"/>
              <a:buNone/>
              <a:defRPr sz="1800"/>
            </a:lvl1pPr>
            <a:lvl2pPr marL="914400" lvl="1" indent="-3429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rgbClr val="D8D8D8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rgbClr val="D8D8D8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rgbClr val="D8D8D8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rgbClr val="D8D8D8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5" name="Google Shape;105;p15"/>
          <p:cNvSpPr txBox="1">
            <a:spLocks noGrp="1"/>
          </p:cNvSpPr>
          <p:nvPr>
            <p:ph type="body" idx="6"/>
          </p:nvPr>
        </p:nvSpPr>
        <p:spPr>
          <a:xfrm>
            <a:off x="7004141" y="3911565"/>
            <a:ext cx="2702105" cy="706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228600" algn="ctr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D8D8D8"/>
              </a:buClr>
              <a:buSzPts val="1800"/>
              <a:buNone/>
              <a:defRPr sz="1800" b="1"/>
            </a:lvl1pPr>
            <a:lvl2pPr marL="914400" lvl="1" indent="-3429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rgbClr val="D8D8D8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rgbClr val="D8D8D8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rgbClr val="D8D8D8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rgbClr val="D8D8D8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6" name="Google Shape;106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28E0E"/>
              </a:buClr>
              <a:buSzPts val="44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am Member (4)">
  <p:cSld name="Team Member (4)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982200" y="5583217"/>
            <a:ext cx="1904997" cy="982833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6"/>
          <p:cNvSpPr/>
          <p:nvPr/>
        </p:nvSpPr>
        <p:spPr>
          <a:xfrm>
            <a:off x="0" y="-1"/>
            <a:ext cx="12192000" cy="3429001"/>
          </a:xfrm>
          <a:prstGeom prst="rect">
            <a:avLst/>
          </a:prstGeom>
          <a:solidFill>
            <a:srgbClr val="17171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28E0E"/>
              </a:buClr>
              <a:buSzPts val="44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11" name="Google Shape;111;p16"/>
          <p:cNvSpPr>
            <a:spLocks noGrp="1"/>
          </p:cNvSpPr>
          <p:nvPr>
            <p:ph type="pic" idx="2"/>
          </p:nvPr>
        </p:nvSpPr>
        <p:spPr>
          <a:xfrm>
            <a:off x="889009" y="1690689"/>
            <a:ext cx="2105025" cy="2105738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ctr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rgbClr val="D8D8D8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rgbClr val="D8D8D8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rgbClr val="D8D8D8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rgbClr val="D8D8D8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112" name="Google Shape;112;p16"/>
          <p:cNvSpPr txBox="1">
            <a:spLocks noGrp="1"/>
          </p:cNvSpPr>
          <p:nvPr>
            <p:ph type="body" idx="1"/>
          </p:nvPr>
        </p:nvSpPr>
        <p:spPr>
          <a:xfrm>
            <a:off x="739740" y="4618039"/>
            <a:ext cx="2403564" cy="12807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228600" algn="ctr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D8D8D8"/>
              </a:buClr>
              <a:buSzPts val="1800"/>
              <a:buNone/>
              <a:defRPr sz="1800"/>
            </a:lvl1pPr>
            <a:lvl2pPr marL="914400" lvl="1" indent="-3429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rgbClr val="D8D8D8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rgbClr val="D8D8D8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rgbClr val="D8D8D8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rgbClr val="D8D8D8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3" name="Google Shape;113;p16"/>
          <p:cNvSpPr txBox="1">
            <a:spLocks noGrp="1"/>
          </p:cNvSpPr>
          <p:nvPr>
            <p:ph type="body" idx="3"/>
          </p:nvPr>
        </p:nvSpPr>
        <p:spPr>
          <a:xfrm>
            <a:off x="739740" y="3911565"/>
            <a:ext cx="2403564" cy="706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228600" algn="ctr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D8D8D8"/>
              </a:buClr>
              <a:buSzPts val="1800"/>
              <a:buNone/>
              <a:defRPr sz="1800" b="1"/>
            </a:lvl1pPr>
            <a:lvl2pPr marL="914400" lvl="1" indent="-3429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rgbClr val="D8D8D8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rgbClr val="D8D8D8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rgbClr val="D8D8D8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rgbClr val="D8D8D8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4" name="Google Shape;114;p16"/>
          <p:cNvSpPr>
            <a:spLocks noGrp="1"/>
          </p:cNvSpPr>
          <p:nvPr>
            <p:ph type="pic" idx="4"/>
          </p:nvPr>
        </p:nvSpPr>
        <p:spPr>
          <a:xfrm>
            <a:off x="9220625" y="1690689"/>
            <a:ext cx="2105025" cy="2105738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ctr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rgbClr val="D8D8D8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rgbClr val="D8D8D8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rgbClr val="D8D8D8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rgbClr val="D8D8D8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115" name="Google Shape;115;p16"/>
          <p:cNvSpPr txBox="1">
            <a:spLocks noGrp="1"/>
          </p:cNvSpPr>
          <p:nvPr>
            <p:ph type="body" idx="5"/>
          </p:nvPr>
        </p:nvSpPr>
        <p:spPr>
          <a:xfrm>
            <a:off x="9071356" y="4618039"/>
            <a:ext cx="2403564" cy="12807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228600" algn="ctr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D8D8D8"/>
              </a:buClr>
              <a:buSzPts val="1800"/>
              <a:buNone/>
              <a:defRPr sz="1800"/>
            </a:lvl1pPr>
            <a:lvl2pPr marL="914400" lvl="1" indent="-3429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rgbClr val="D8D8D8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rgbClr val="D8D8D8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rgbClr val="D8D8D8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rgbClr val="D8D8D8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6" name="Google Shape;116;p16"/>
          <p:cNvSpPr txBox="1">
            <a:spLocks noGrp="1"/>
          </p:cNvSpPr>
          <p:nvPr>
            <p:ph type="body" idx="6"/>
          </p:nvPr>
        </p:nvSpPr>
        <p:spPr>
          <a:xfrm>
            <a:off x="9071356" y="3911565"/>
            <a:ext cx="2403564" cy="706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228600" algn="ctr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D8D8D8"/>
              </a:buClr>
              <a:buSzPts val="1800"/>
              <a:buNone/>
              <a:defRPr sz="1800" b="1"/>
            </a:lvl1pPr>
            <a:lvl2pPr marL="914400" lvl="1" indent="-3429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rgbClr val="D8D8D8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rgbClr val="D8D8D8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rgbClr val="D8D8D8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rgbClr val="D8D8D8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7" name="Google Shape;117;p16"/>
          <p:cNvSpPr>
            <a:spLocks noGrp="1"/>
          </p:cNvSpPr>
          <p:nvPr>
            <p:ph type="pic" idx="7"/>
          </p:nvPr>
        </p:nvSpPr>
        <p:spPr>
          <a:xfrm>
            <a:off x="3664898" y="1690689"/>
            <a:ext cx="2105025" cy="2105738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ctr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rgbClr val="D8D8D8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rgbClr val="D8D8D8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rgbClr val="D8D8D8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rgbClr val="D8D8D8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118" name="Google Shape;118;p16"/>
          <p:cNvSpPr txBox="1">
            <a:spLocks noGrp="1"/>
          </p:cNvSpPr>
          <p:nvPr>
            <p:ph type="body" idx="8"/>
          </p:nvPr>
        </p:nvSpPr>
        <p:spPr>
          <a:xfrm>
            <a:off x="3515629" y="4618039"/>
            <a:ext cx="2403564" cy="12807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228600" algn="ctr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D8D8D8"/>
              </a:buClr>
              <a:buSzPts val="1800"/>
              <a:buNone/>
              <a:defRPr sz="1800"/>
            </a:lvl1pPr>
            <a:lvl2pPr marL="914400" lvl="1" indent="-3429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rgbClr val="D8D8D8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rgbClr val="D8D8D8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rgbClr val="D8D8D8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rgbClr val="D8D8D8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9" name="Google Shape;119;p16"/>
          <p:cNvSpPr txBox="1">
            <a:spLocks noGrp="1"/>
          </p:cNvSpPr>
          <p:nvPr>
            <p:ph type="body" idx="9"/>
          </p:nvPr>
        </p:nvSpPr>
        <p:spPr>
          <a:xfrm>
            <a:off x="3515629" y="3911565"/>
            <a:ext cx="2403564" cy="706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228600" algn="ctr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D8D8D8"/>
              </a:buClr>
              <a:buSzPts val="1800"/>
              <a:buNone/>
              <a:defRPr sz="1800" b="1"/>
            </a:lvl1pPr>
            <a:lvl2pPr marL="914400" lvl="1" indent="-3429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rgbClr val="D8D8D8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rgbClr val="D8D8D8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rgbClr val="D8D8D8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rgbClr val="D8D8D8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0" name="Google Shape;120;p16"/>
          <p:cNvSpPr>
            <a:spLocks noGrp="1"/>
          </p:cNvSpPr>
          <p:nvPr>
            <p:ph type="pic" idx="13"/>
          </p:nvPr>
        </p:nvSpPr>
        <p:spPr>
          <a:xfrm>
            <a:off x="6440787" y="1690689"/>
            <a:ext cx="2105025" cy="2105738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ctr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rgbClr val="D8D8D8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rgbClr val="D8D8D8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rgbClr val="D8D8D8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rgbClr val="D8D8D8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121" name="Google Shape;121;p16"/>
          <p:cNvSpPr txBox="1">
            <a:spLocks noGrp="1"/>
          </p:cNvSpPr>
          <p:nvPr>
            <p:ph type="body" idx="14"/>
          </p:nvPr>
        </p:nvSpPr>
        <p:spPr>
          <a:xfrm>
            <a:off x="6291518" y="4618039"/>
            <a:ext cx="2403564" cy="12807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228600" algn="ctr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D8D8D8"/>
              </a:buClr>
              <a:buSzPts val="1800"/>
              <a:buNone/>
              <a:defRPr sz="1800"/>
            </a:lvl1pPr>
            <a:lvl2pPr marL="914400" lvl="1" indent="-3429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rgbClr val="D8D8D8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rgbClr val="D8D8D8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rgbClr val="D8D8D8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rgbClr val="D8D8D8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5"/>
          </p:nvPr>
        </p:nvSpPr>
        <p:spPr>
          <a:xfrm>
            <a:off x="6291518" y="3911565"/>
            <a:ext cx="2403564" cy="706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228600" algn="ctr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D8D8D8"/>
              </a:buClr>
              <a:buSzPts val="1800"/>
              <a:buNone/>
              <a:defRPr sz="1800" b="1"/>
            </a:lvl1pPr>
            <a:lvl2pPr marL="914400" lvl="1" indent="-3429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rgbClr val="D8D8D8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rgbClr val="D8D8D8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rgbClr val="D8D8D8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rgbClr val="D8D8D8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26" name="Google Shape;126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982200" y="5583217"/>
            <a:ext cx="1904997" cy="982833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8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28E0E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30" name="Google Shape;130;p18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4318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D8D8D8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rgbClr val="D8D8D8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rgbClr val="D8D8D8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rgbClr val="D8D8D8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rgbClr val="D8D8D8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1" name="Google Shape;131;p18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2286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D8D8D8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rgbClr val="D8D8D8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rgbClr val="D8D8D8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rgbClr val="D8D8D8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rgbClr val="D8D8D8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2" name="Google Shape;132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34" name="Google Shape;134;p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982200" y="5583217"/>
            <a:ext cx="1904997" cy="982833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28E0E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38" name="Google Shape;138;p19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D8D8D8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rgbClr val="D8D8D8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rgbClr val="D8D8D8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rgbClr val="D8D8D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rgbClr val="D8D8D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139" name="Google Shape;139;p19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2286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D8D8D8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rgbClr val="D8D8D8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rgbClr val="D8D8D8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rgbClr val="D8D8D8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rgbClr val="D8D8D8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0" name="Google Shape;140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42" name="Google Shape;142;p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982200" y="5583217"/>
            <a:ext cx="1904997" cy="982833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2526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28E0E"/>
              </a:buClr>
              <a:buSzPts val="4400"/>
              <a:buFont typeface="Nunito Sans Light"/>
              <a:buNone/>
              <a:defRPr sz="4400" i="0" u="none" strike="noStrike" cap="none">
                <a:solidFill>
                  <a:srgbClr val="C28E0E"/>
                </a:solidFill>
                <a:latin typeface="Nunito Sans Light"/>
                <a:ea typeface="Nunito Sans Light"/>
                <a:cs typeface="Nunito Sans Light"/>
                <a:sym typeface="Nunito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06400" algn="l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Nunito Sans"/>
              <a:buChar char="•"/>
              <a:defRPr sz="2800" i="0" u="none" strike="noStrike" cap="none">
                <a:solidFill>
                  <a:schemeClr val="lt2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marL="914400" marR="0" lvl="1" indent="-3810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Nunito Sans"/>
              <a:buChar char="•"/>
              <a:defRPr sz="2400" i="0" u="none" strike="noStrike" cap="none">
                <a:solidFill>
                  <a:schemeClr val="lt2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marL="1371600" marR="0" lvl="2" indent="-355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Nunito Sans"/>
              <a:buChar char="•"/>
              <a:defRPr sz="2000" i="0" u="none" strike="noStrike" cap="none">
                <a:solidFill>
                  <a:schemeClr val="lt2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marL="1828800" marR="0" lvl="3" indent="-3429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unito Sans"/>
              <a:buChar char="•"/>
              <a:defRPr sz="1800" i="0" u="none" strike="noStrike" cap="none">
                <a:solidFill>
                  <a:schemeClr val="lt2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marL="2286000" marR="0" lvl="4" indent="-3429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unito Sans"/>
              <a:buChar char="•"/>
              <a:defRPr sz="1800" i="0" u="none" strike="noStrike" cap="none">
                <a:solidFill>
                  <a:schemeClr val="lt2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unito Sans"/>
              <a:buChar char="•"/>
              <a:defRPr sz="1800" i="0" u="none" strike="noStrike" cap="none">
                <a:solidFill>
                  <a:schemeClr val="lt2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unito Sans"/>
              <a:buChar char="•"/>
              <a:defRPr sz="1800" i="0" u="none" strike="noStrike" cap="none">
                <a:solidFill>
                  <a:schemeClr val="lt2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unito Sans"/>
              <a:buChar char="•"/>
              <a:defRPr sz="1800" i="0" u="none" strike="noStrike" cap="none">
                <a:solidFill>
                  <a:schemeClr val="lt2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unito Sans"/>
              <a:buChar char="•"/>
              <a:defRPr sz="1800" i="0" u="none" strike="noStrike" cap="none">
                <a:solidFill>
                  <a:schemeClr val="lt2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183C88-4A7A-4FC0-8F54-2C3EB3E9397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Cold Flow (Argon)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7D15BF-96D1-4A05-A958-C18112FA1EE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C-DAQ Fill data </a:t>
            </a:r>
          </a:p>
        </p:txBody>
      </p:sp>
    </p:spTree>
    <p:extLst>
      <p:ext uri="{BB962C8B-B14F-4D97-AF65-F5344CB8AC3E}">
        <p14:creationId xmlns:p14="http://schemas.microsoft.com/office/powerpoint/2010/main" val="3785958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D4AAFE3-E552-4062-9B87-29C53D2F21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DD320C6-A982-421B-827E-A6F2D928AD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8875" y="457200"/>
            <a:ext cx="733425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14182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D4AAFE3-E552-4062-9B87-29C53D2F21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42BD50-823B-4C63-A408-3FD35CF514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1725" y="504825"/>
            <a:ext cx="7448550" cy="5848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67823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D4AAFE3-E552-4062-9B87-29C53D2F21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B545CA0-852D-4945-9CBD-7C033B79F3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7437" y="466725"/>
            <a:ext cx="7477125" cy="5924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49018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D4AAFE3-E552-4062-9B87-29C53D2F21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1165726-FAAB-4EBF-8970-C24EBC16B3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3150" y="514350"/>
            <a:ext cx="7505700" cy="582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95952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D4AAFE3-E552-4062-9B87-29C53D2F21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C9BEBFD-10B3-4DF3-BCDE-BB89AE1A11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0762" y="523875"/>
            <a:ext cx="7610475" cy="5810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5397216"/>
      </p:ext>
    </p:extLst>
  </p:cSld>
  <p:clrMapOvr>
    <a:masterClrMapping/>
  </p:clrMapOvr>
</p:sld>
</file>

<file path=ppt/theme/theme1.xml><?xml version="1.0" encoding="utf-8"?>
<a:theme xmlns:a="http://schemas.openxmlformats.org/drawingml/2006/main" name="PSP Temp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SP Temp" id="{BC14AFB5-1339-485D-8A23-88412735E627}" vid="{15121E88-2D89-4A80-8D95-80ACAC54D41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PSP Temp</Template>
  <TotalTime>9</TotalTime>
  <Words>8</Words>
  <Application>Microsoft Office PowerPoint</Application>
  <PresentationFormat>Widescreen</PresentationFormat>
  <Paragraphs>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Nunito Sans Light</vt:lpstr>
      <vt:lpstr>Nunito Sans</vt:lpstr>
      <vt:lpstr>Calibri</vt:lpstr>
      <vt:lpstr>Arial</vt:lpstr>
      <vt:lpstr>Saira Extra Condensed</vt:lpstr>
      <vt:lpstr>PSP Temp</vt:lpstr>
      <vt:lpstr>Cold Flow (Argon)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Cold Flow (Argon)</dc:title>
  <dc:creator>B Grossfeld</dc:creator>
  <cp:lastModifiedBy>B Grossfeld</cp:lastModifiedBy>
  <cp:revision>1</cp:revision>
  <dcterms:created xsi:type="dcterms:W3CDTF">2021-11-03T17:06:04Z</dcterms:created>
  <dcterms:modified xsi:type="dcterms:W3CDTF">2021-11-04T17:13:28Z</dcterms:modified>
</cp:coreProperties>
</file>